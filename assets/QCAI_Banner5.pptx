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6858000" cy="9903460" type="A4"/>
  <p:notesSz cx="247396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476" y="1143000"/>
            <a:ext cx="213704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1901190" rtl="0" eaLnBrk="1" latinLnBrk="0" hangingPunct="1">
        <a:spcBef>
          <a:spcPct val="0"/>
        </a:spcBef>
        <a:buNone/>
        <a:defRPr sz="9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3105" indent="-713105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6655" kern="1200">
          <a:solidFill>
            <a:schemeClr val="tx1"/>
          </a:solidFill>
          <a:latin typeface="+mn-lt"/>
          <a:ea typeface="+mn-ea"/>
          <a:cs typeface="+mn-cs"/>
        </a:defRPr>
      </a:lvl1pPr>
      <a:lvl2pPr marL="1544320" indent="-593725" algn="l" defTabSz="1901190" rtl="0" eaLnBrk="1" latinLnBrk="0" hangingPunct="1">
        <a:spcBef>
          <a:spcPts val="205"/>
        </a:spcBef>
        <a:buFont typeface="Arial" panose="020B0604020202020204" pitchFamily="34" charset="0"/>
        <a:buChar char="–"/>
        <a:defRPr sz="5820" kern="1200">
          <a:solidFill>
            <a:schemeClr val="tx1"/>
          </a:solidFill>
          <a:latin typeface="+mn-lt"/>
          <a:ea typeface="+mn-ea"/>
          <a:cs typeface="+mn-cs"/>
        </a:defRPr>
      </a:lvl2pPr>
      <a:lvl3pPr marL="2376805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4990" kern="1200">
          <a:solidFill>
            <a:schemeClr val="tx1"/>
          </a:solidFill>
          <a:latin typeface="+mn-lt"/>
          <a:ea typeface="+mn-ea"/>
          <a:cs typeface="+mn-cs"/>
        </a:defRPr>
      </a:lvl3pPr>
      <a:lvl4pPr marL="3327400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–"/>
        <a:defRPr sz="4160" kern="1200">
          <a:solidFill>
            <a:schemeClr val="tx1"/>
          </a:solidFill>
          <a:latin typeface="+mn-lt"/>
          <a:ea typeface="+mn-ea"/>
          <a:cs typeface="+mn-cs"/>
        </a:defRPr>
      </a:lvl4pPr>
      <a:lvl5pPr marL="4277995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»"/>
        <a:defRPr sz="4160" kern="1200">
          <a:solidFill>
            <a:schemeClr val="tx1"/>
          </a:solidFill>
          <a:latin typeface="+mn-lt"/>
          <a:ea typeface="+mn-ea"/>
          <a:cs typeface="+mn-cs"/>
        </a:defRPr>
      </a:lvl5pPr>
      <a:lvl6pPr marL="5227955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6pPr>
      <a:lvl7pPr marL="6178550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7pPr>
      <a:lvl8pPr marL="7129145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8pPr>
      <a:lvl9pPr marL="8079740" indent="-474980" algn="l" defTabSz="1901190" rtl="0" eaLnBrk="1" latinLnBrk="0" hangingPunct="1">
        <a:spcBef>
          <a:spcPts val="205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1pPr>
      <a:lvl2pPr marL="950595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2pPr>
      <a:lvl3pPr marL="1901190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3pPr>
      <a:lvl4pPr marL="2851785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4pPr>
      <a:lvl5pPr marL="3802380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5pPr>
      <a:lvl6pPr marL="4752340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6pPr>
      <a:lvl7pPr marL="5702935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7pPr>
      <a:lvl8pPr marL="6653530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8pPr>
      <a:lvl9pPr marL="7604125" algn="l" defTabSz="1901190" rtl="0" eaLnBrk="1" latinLnBrk="0" hangingPunct="1">
        <a:defRPr sz="37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convention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858000" cy="139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620" y="339090"/>
            <a:ext cx="2720975" cy="1209040"/>
          </a:xfrm>
          <a:prstGeom prst="roundRect">
            <a:avLst>
              <a:gd name="adj" fmla="val 920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1" descr="qc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494030"/>
            <a:ext cx="913130" cy="9131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043430" y="389255"/>
            <a:ext cx="2765425" cy="554355"/>
          </a:xfrm>
          <a:prstGeom prst="rect">
            <a:avLst/>
          </a:prstGeom>
          <a:noFill/>
        </p:spPr>
        <p:txBody>
          <a:bodyPr wrap="square" lIns="0" tIns="0" rIns="0" bIns="0" rtlCol="0" anchor="b">
            <a:scene3d>
              <a:camera prst="orthographicFront"/>
              <a:lightRig rig="threePt" dir="t"/>
            </a:scene3d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QCAI</a:t>
            </a:r>
            <a:endParaRPr 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1886585" y="926084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D97B1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DELHI, INDIA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993900" y="1183005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6C7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March 12–14, 2027</a:t>
            </a:r>
            <a:endParaRPr lang="en-US" sz="1200" dirty="0"/>
          </a:p>
        </p:txBody>
      </p:sp>
      <p:pic>
        <p:nvPicPr>
          <p:cNvPr id="8" name="Image 0" descr="banner_bg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81185"/>
            <a:ext cx="6856095" cy="422275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</p:pic>
      <p:sp>
        <p:nvSpPr>
          <p:cNvPr id="9" name="Text 0"/>
          <p:cNvSpPr txBox="1"/>
          <p:nvPr/>
        </p:nvSpPr>
        <p:spPr>
          <a:xfrm>
            <a:off x="30480" y="9225915"/>
            <a:ext cx="481965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1st International Conference on Quantum Computing and Artificial Intelligence</a:t>
            </a:r>
            <a:endParaRPr lang="en-US" sz="1000" dirty="0"/>
          </a:p>
        </p:txBody>
      </p:sp>
      <p:pic>
        <p:nvPicPr>
          <p:cNvPr id="10" name="Image 1" descr="qcai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95211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WPS Presentation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Birendra Behera</cp:lastModifiedBy>
  <cp:revision>7</cp:revision>
  <dcterms:created xsi:type="dcterms:W3CDTF">2026-10-18T06:28:00Z</dcterms:created>
  <dcterms:modified xsi:type="dcterms:W3CDTF">2026-10-18T07:08:32Z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DF89F666CB7E4BD28E637E8863EE3CC3_13</vt:lpwstr>
  </property>
  <property fmtid="{D5CDD505-2E9C-101B-9397-08002B2CF9AE}" pid="3" name="KSOProductBuildVer">
    <vt:lpwstr>2057-12.2.0.23206</vt:lpwstr>
  </property>
</Properties>
</file>